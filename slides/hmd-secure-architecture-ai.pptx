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C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760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HMD Secure AI-Native CRM · Hackathon prototype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</a:rPr>
              <a:t>One deployable CRM, one shared data model, one evidence-grounded AI path.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057400" cy="1261872"/>
          </a:xfrm>
          <a:prstGeom prst="rect">
            <a:avLst/>
          </a:prstGeom>
          <a:solidFill>
            <a:srgbClr val="E3008C"/>
          </a:solidFill>
          <a:ln w="12700">
            <a:solidFill>
              <a:srgbClr val="E3008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people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4140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Sales · TAM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Sales Manager · Finance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52928" y="1828800"/>
            <a:ext cx="2331720" cy="126187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1993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application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35808" y="24140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Astro + React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Bun runtime · responsive UI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13248" y="1828800"/>
            <a:ext cx="2331720" cy="1261872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993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CRM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96128" y="24140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Hono routes · auth / RBAC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Accounts · deals · cases · offers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73568" y="1828800"/>
            <a:ext cx="2331720" cy="1261872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993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56448" y="24140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Drizzle 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PostgreSQL system of record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51760" y="2459736"/>
            <a:ext cx="164592" cy="0"/>
          </a:xfrm>
          <a:prstGeom prst="line">
            <a:avLst/>
          </a:prstGeom>
          <a:noFill/>
          <a:ln w="15875">
            <a:solidFill>
              <a:srgbClr val="FFFFFF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12080" y="2459736"/>
            <a:ext cx="164592" cy="0"/>
          </a:xfrm>
          <a:prstGeom prst="line">
            <a:avLst/>
          </a:prstGeom>
          <a:noFill/>
          <a:ln w="15875">
            <a:solidFill>
              <a:srgbClr val="FFFFFF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2459736"/>
            <a:ext cx="164592" cy="0"/>
          </a:xfrm>
          <a:prstGeom prst="line">
            <a:avLst/>
          </a:prstGeom>
          <a:noFill/>
          <a:ln w="15875">
            <a:solidFill>
              <a:srgbClr val="FFFFFF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66928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Azure production platform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749040"/>
            <a:ext cx="3246120" cy="1024128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13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Container Apps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" y="43342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Runs the containerized Bun / Astro application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41064" y="3749040"/>
            <a:ext cx="3246120" cy="1024128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3913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Container Registry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23944" y="43342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Stores versioned application images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3749040"/>
            <a:ext cx="3246120" cy="1024128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913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Azure PostgreSQL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0" y="43342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Server with seeded CRM data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047488"/>
            <a:ext cx="3246120" cy="102412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212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MCP integration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9808" y="56327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Compatible AI clients · governed CRM tools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41064" y="5047488"/>
            <a:ext cx="3246120" cy="1024128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3944" y="5212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assistant gateway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23944" y="56327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Hermes / OpenClaw-compatible endpoint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0" y="5047488"/>
            <a:ext cx="3246120" cy="102412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5212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tools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98080" y="56327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 web evidence · visible source URLs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C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760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</a:rPr>
              <a:t>HMD Secure AI-Native CRM · Hackathon prototype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</a:rPr>
              <a:t>AI acts as an analyst beside the records: grounded, reviewable, and explicit about uncertainty.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703320" cy="1481328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933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the CRM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414016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 across accounts, contacts, deals, cases, offers, activities and forecasts.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Persistent threads · file attachments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7408" y="1828800"/>
            <a:ext cx="2880360" cy="1481328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evidence-backed research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41401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CRM snapshot + public web research.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Visible sources and uncertainty.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24928" y="1828800"/>
            <a:ext cx="3136392" cy="148132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199339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from any client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7808" y="2414016"/>
            <a:ext cx="2770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MCP lets compatible assistants search data and perform governed record actions.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structured insights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913632"/>
            <a:ext cx="2331720" cy="1325880"/>
          </a:xfrm>
          <a:prstGeom prst="rect">
            <a:avLst/>
          </a:prstGeom>
          <a:solidFill>
            <a:srgbClr val="E3008C"/>
          </a:solidFill>
          <a:ln w="12700">
            <a:solidFill>
              <a:srgbClr val="E3008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782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account enrichment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4498848"/>
            <a:ext cx="1965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Company context and relevant account signals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35808" y="3913632"/>
            <a:ext cx="2331720" cy="132588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40782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best 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18688" y="4498848"/>
            <a:ext cx="1965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Recommended follow-up with editable email draft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04688" y="3913632"/>
            <a:ext cx="2331720" cy="1325880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40782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detection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87568" y="4498848"/>
            <a:ext cx="1965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7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Stale deals · overdue closes · SLA pressure · blockers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73568" y="3913632"/>
            <a:ext cx="2587752" cy="1325880"/>
          </a:xfrm>
          <a:prstGeom prst="rect">
            <a:avLst/>
          </a:prstGeom>
          <a:solidFill>
            <a:srgbClr val="BAD80A"/>
          </a:solidFill>
          <a:ln w="12700">
            <a:solidFill>
              <a:srgbClr val="BAD80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4078224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intelligence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56448" y="4498848"/>
            <a:ext cx="22219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4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summaries and natural-language forecast narrative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513832"/>
            <a:ext cx="9994392" cy="60350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5696712"/>
            <a:ext cx="9582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4EF"/>
                </a:solidFill>
              </a:rPr>
              <a:t>AI with receipts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Evidence + confidence + accept/dismiss review. No silent changes to stages, forecasts, approvals or customer 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Hackathon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HMD Secure AI-Native CRM</dc:title>
  <dc:subject>Technical architecture and AI capabilities</dc:subject>
  <dc:creator>HMD Secure AI-Native CRM</dc:creator>
  <cp:lastModifiedBy>HMD Secure AI-Native CRM</cp:lastModifiedBy>
  <cp:revision>1</cp:revision>
  <dcterms:created xsi:type="dcterms:W3CDTF">2026-06-14T08:31:13Z</dcterms:created>
  <dcterms:modified xsi:type="dcterms:W3CDTF">2026-06-14T08:31:13Z</dcterms:modified>
</cp:coreProperties>
</file>